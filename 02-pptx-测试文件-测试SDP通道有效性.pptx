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测试文件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测试SDP通道有效性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测试文件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测试SDP通道有效性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测试文件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测试SDP通道有效性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测试文件</vt:lpstr>
      <vt:lpstr>测试文件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huang.chengming1</cp:lastModifiedBy>
  <cp:revision>4</cp:revision>
  <dcterms:created xsi:type="dcterms:W3CDTF">2023-08-09T12:44:00Z</dcterms:created>
  <dcterms:modified xsi:type="dcterms:W3CDTF">2026-03-10T00:40:36Z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2052-12.8.2.18606</vt:lpwstr>
  </property>
</Properties>
</file>